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5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09728" cy="31089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KIẾN TRÚC HỆ THỐNG &amp; LƯU ĐỒ THUẬT TOÁN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TỦ THÔNG MINH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ĐỒ SIÊU TỐC &amp; CHO THUÊ ĐỒ TỰ ĐỘNG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186684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7" name="Text 5"/>
          <p:cNvSpPr/>
          <p:nvPr/>
        </p:nvSpPr>
        <p:spPr>
          <a:xfrm>
            <a:off x="896112" y="3241548"/>
            <a:ext cx="232257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ZALO MINI APP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Dynamic QR mở ngay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tải ứng dụng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3186684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3593592" y="3241548"/>
            <a:ext cx="232257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&amp; EMQX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+ Redis Lock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VietQR &amp; eKYC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186684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291072" y="3241548"/>
            <a:ext cx="232257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ESP32-S3 FIRMWARE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 cứng eFuse HMAC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Xung 400ms + RFID + Báo động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01: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Sơ đồ Kiến trúc Tổng thể &amp; Luồng Giao tiếp Bảo mật 4 Tầng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828800" cy="347472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38912" y="1243584"/>
            <a:ext cx="1682496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1: CLIENT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Quét QR Động tại tủ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Zalo SDK lấy Token SĐT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Chụp ảnh CCCD + Face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Hiển thị mã VietQR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Không dùng localStorage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743200"/>
            <a:ext cx="32004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20240" cy="347472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2679192" y="1243584"/>
            <a:ext cx="1773936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2: CORE SERVER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Kiểm tra chữ ký QR 64-bit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Xác thực Zalo Graph API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Kiểm tra HMAC VietQR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Quản lý Box State 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Lưu lịch sử giao dịch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32004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4937760" y="1188720"/>
            <a:ext cx="1691640" cy="3474720"/>
          </a:xfrm>
          <a:prstGeom prst="roundRect">
            <a:avLst>
              <a:gd name="adj" fmla="val 432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5010912" y="1243584"/>
            <a:ext cx="1545336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3: IOT BROKER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Mã hóa đường truyền TLS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Bảng phân quyền ACL:</a:t>
            </a:r>
            <a:endParaRPr lang="en-US" sz="1100" dirty="0"/>
          </a:p>
          <a:p>
            <a:pPr algn="ctr"/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Server: Publish /cmd</a:t>
            </a:r>
            <a:endParaRPr lang="en-US" sz="1100" dirty="0"/>
          </a:p>
          <a:p>
            <a:pPr algn="ctr"/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Tủ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Chỉ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nghe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algn="ctr"/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Cấm tủ phát lệnh chéo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32004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7040880" y="118872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7114032" y="1243584"/>
            <a:ext cx="1591056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4: EDGE MCU
esp32s3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Khối eFuse BLOCK_KEY4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Vẽ QR Động bằng LVGL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Kích khóa 400ms (RS485)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Đọc Limit Switch &amp; RFID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Báo động cạy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02: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1: Sinh &amp; Xác thực Mã QR Động (Chống </a:t>
            </a: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Lại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58768" cy="603504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365760" y="813816"/>
            <a:ext cx="378561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(Dưới ESP32-S3): Lấy Thời gian &amp; Nonce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Unix Timestamp từ NTP +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tăng sau mỗi giao dịch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11696" y="2692908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329184" y="186326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02336" y="1918130"/>
            <a:ext cx="378561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Băm Phần cứng trong </a:t>
            </a:r>
            <a:r>
              <a:rPr lang="en-US" sz="11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eFuse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esp_hmac_calculate()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khóa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dẫn xuất riêng K_cab (đã bật read_protect)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 = HMAC_SHA256(K_cab, cab + ':' + ts + ':' + nonce).slice(0, 16)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93976" y="2736518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329184" y="3031588"/>
            <a:ext cx="3968496" cy="735739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403697" y="3073791"/>
            <a:ext cx="3857407" cy="638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Render QR lên màn hình TFT (LVGL)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https://zalo.me/s/{APP_ID}/?cab=CAB_01&amp;ts=..&amp;nonce=..&amp;sig=16_hex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1378634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365760" y="4105656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0F2FE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438912" y="4160520"/>
            <a:ext cx="378561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4: Điện thoại Quét QR -&gt; Mở Zalo Mini App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App bóc tách (cab, ts, nonce, sig) gửi kèm JWT lên Backend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4343400"/>
            <a:ext cx="36576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919472" y="3785616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4992624" y="3840480"/>
            <a:ext cx="37856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5 (Trên Backend): Kiểm tra 3 Chốt An ninh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Kiểm tra hạn dùng: |Now - ts| &lt;= 60 giây?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Chống Replay: sig đã tồn tại trong Redis usedSignatures chưa?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Chống giả mạo: crypto.timingSafeEqual(sig, expectedHmac)?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6711696" y="2009570"/>
            <a:ext cx="201168" cy="256032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4919472" y="2340864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4992624" y="2395728"/>
            <a:ext cx="37856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6: Khóa Chữ ký &amp; Đổi QR Tức thì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Nếu sai 1 trong 3 chốt -&gt; Từ chối thẳng (HTTP 403 Forbidden)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Nếu hợp lệ -&gt; Lưu sig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vào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Redis đánh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‘ĐÃ DÙNG’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Phát lệnh MQTT action: 'FORCE_ROTATE_NONCE' xuống ESP32-S3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6701145" y="3450102"/>
            <a:ext cx="201168" cy="256032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4946904" y="839138"/>
            <a:ext cx="3931920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5020056" y="894002"/>
            <a:ext cx="378561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7: ESP32-S3 Xoay Mã QR Mới Ngay Lập Tức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tăng nonce++ và vẽ lại mã QR mới trên màn hình ngay </a:t>
            </a:r>
            <a:r>
              <a:rPr lang="en-US" sz="9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tức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-&gt; Chặn đứng 100% hành vi chụp ảnh màn hình quét lại!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72744AAB-AC1F-3D8A-0F01-72ACDA54400F}"/>
              </a:ext>
            </a:extLst>
          </p:cNvPr>
          <p:cNvSpPr/>
          <p:nvPr/>
        </p:nvSpPr>
        <p:spPr>
          <a:xfrm>
            <a:off x="2093976" y="1536192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FE7D4210-2C3E-D20D-1F0B-85F80E78F1F4}"/>
              </a:ext>
            </a:extLst>
          </p:cNvPr>
          <p:cNvSpPr/>
          <p:nvPr/>
        </p:nvSpPr>
        <p:spPr>
          <a:xfrm>
            <a:off x="2093976" y="3849624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034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03: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2: Luồng Shipper Gửi Hàng &amp; Cư Dân Nhận Hàng Siêu </a:t>
            </a:r>
            <a:r>
              <a:rPr lang="en-US" sz="1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38912" y="1152144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Shipper Quét QR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cỡ ngăn (S/M/L) + Nhập SĐT Cư dân trên Zalo Mini 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27432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3364992" y="1152144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Redis Distributed Lock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khóa ngăn trống (RESERVED) chống 2 người bấm trùng 1 ngăn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417320"/>
            <a:ext cx="27432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6291072" y="1152144"/>
            <a:ext cx="24140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Bắn Lệnh MQTT UNLOCK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locker/{cab}/cmd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box_id, action: 'UNLOCK', pulse_ms: 400 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965960"/>
            <a:ext cx="201168" cy="32004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6291072" y="2386584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Kích Xung Khóa 400ms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kích MOSFET/RS485 đúng 400ms rồi ngắt bằng Hardware Timer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3291840"/>
            <a:ext cx="201168" cy="32004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6291072" y="3712464"/>
            <a:ext cx="24140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Đọc Công tắc Hành trình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nhiễu 50ms chân limit_switch_raw để kiểm tra cửa thực sự đã bung chưa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331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3364992" y="2386584"/>
            <a:ext cx="24140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NHÁNH LỖI: Cửa Bị Kẹt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door_state == 'CLOSED' -&gt; Báo ACK: ERROR. Server tự động mở ngăn trống bên cạnh!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3364992" y="3712464"/>
            <a:ext cx="24140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Shipper Bỏ Hàng &amp; Đóng Cửa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biến hồng ngoại báo item_detected: true + event: 'DOOR_CLOSED'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438912" y="3712464"/>
            <a:ext cx="241401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Bắn Zalo ZNS Cho Cư Dân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Gửi thông báo Zalo kèm nút 'Mở tủ' &amp; Mã PIN 6 số dự phòng cho Cư dân</a:t>
            </a:r>
            <a:endParaRPr lang="en-US" sz="1100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B67FD65A-FF42-D01B-2432-862A2F8A9F85}"/>
              </a:ext>
            </a:extLst>
          </p:cNvPr>
          <p:cNvSpPr/>
          <p:nvPr/>
        </p:nvSpPr>
        <p:spPr>
          <a:xfrm rot="8090877">
            <a:off x="5844942" y="2009774"/>
            <a:ext cx="426622" cy="232410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3ABCAAAD-09F0-F132-6025-A6DE28FFFF47}"/>
              </a:ext>
            </a:extLst>
          </p:cNvPr>
          <p:cNvSpPr/>
          <p:nvPr/>
        </p:nvSpPr>
        <p:spPr>
          <a:xfrm rot="10800000">
            <a:off x="5897880" y="4070487"/>
            <a:ext cx="27432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2CE3276C-5E57-AC2D-6E04-401CD5E6F90D}"/>
              </a:ext>
            </a:extLst>
          </p:cNvPr>
          <p:cNvSpPr/>
          <p:nvPr/>
        </p:nvSpPr>
        <p:spPr>
          <a:xfrm rot="10800000">
            <a:off x="2982351" y="4070487"/>
            <a:ext cx="27432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04 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3: Luồng Thuê Đồ &amp; Trả Đồ Tự Động (eKYC CCCD + Cọc VietQR + RFID)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38912" y="1152144"/>
            <a:ext cx="37856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Kiểm tra Định danh eKYC (Chỉ làm 1 lần đầu)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Chụp CCCD 2 mặt + Liveness Face -&gt; Gọi API FPT/VNPT eKYC.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khớp khuôn mặt &gt; 90% -&gt; Lưu trạng thái KYC_VERIFIED.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31136" y="1965960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438912" y="2295144"/>
            <a:ext cx="3785616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Đặt Cọc qua Mã VietQR Động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VietQR đúng số tiền cọc của món đồ (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khoan,thang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….).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PayOS/SePay trả về -&gt; Kiểm tra chữ ký HMAC &amp; Tên chủ TK khớp CCCD.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31136" y="3154680"/>
            <a:ext cx="201168" cy="228600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438912" y="3483864"/>
            <a:ext cx="3785616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Mở Tủ Lấy Đồ &amp; Bắt đầu Tính Giờ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bắn lệnh MQTT UNLOCK -&gt; ESP32-S3 mở chốt khóa 400ms.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Khi khách lấy đồ ra (item_detected: false) và đóng cửa lại: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Hệ thống chuyển sang trạng thái RENTING và tính thời gian thuê.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3931920"/>
            <a:ext cx="365760" cy="201168"/>
          </a:xfrm>
          <a:prstGeom prst="right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4" name="Shape 12"/>
          <p:cNvSpPr/>
          <p:nvPr/>
        </p:nvSpPr>
        <p:spPr>
          <a:xfrm>
            <a:off x="4919472" y="3546114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4992624" y="3600978"/>
            <a:ext cx="3785616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 (Khi Trả Đồ): Mở Ngăn &amp; Quét Thẻ RFID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Khách bấm 'Trả đồ' trên Mini App -&gt; Cửa mở -&gt; Đặt món đồ vào ngăn &amp; Đóng cửa.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ESP32-S3 kích hoạt ăng-ten đọc thẻ RFID chống bóc gắn trên thân món đồ.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19472" y="2295144"/>
            <a:ext cx="3931922" cy="907368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4989902" y="2334962"/>
            <a:ext cx="3785618" cy="81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5: Gửi Gói Tin Đối Soát Vật Phẩm (LockerEvent)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gửi MQTT: { box_id, event: 'DOOR_CLOSED', door_state: 'CLOSED', item_detected: true, rfid_uid: 'E2801160...' 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6729281" y="3240143"/>
            <a:ext cx="201168" cy="256032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4919472" y="1071606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4919472" y="1199622"/>
            <a:ext cx="37856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6: Tự Động Tất Toán &amp; Hoàn Tiền Cọc
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Khớp đúng mã rfid_uid -&gt; Trừ phí thuê và hoàn cọc tự động.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Nếu thiếu rfid_uid -&gt; Giữ tiền cọc &amp; cảnh báo khách đặt lại đúng đồ!</a:t>
            </a:r>
            <a:endParaRPr lang="en-US" sz="11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545873E0-4C65-9700-B067-3E58FADA505B}"/>
              </a:ext>
            </a:extLst>
          </p:cNvPr>
          <p:cNvSpPr/>
          <p:nvPr/>
        </p:nvSpPr>
        <p:spPr>
          <a:xfrm rot="10800000">
            <a:off x="6729281" y="1954706"/>
            <a:ext cx="201168" cy="256032"/>
          </a:xfrm>
          <a:prstGeom prst="downArrow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05 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 toán 4: Điều khiển Khóa An toàn &amp; Phát hiện Cạy cửa trên ESP32-S3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38912" y="1152144"/>
            <a:ext cx="2596896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BẢO VỆ CHỐNG CHÁY KHÓA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Khóa Solenoid 12V/2A sẽ cháy nếu ngậm điện quá 10 giây.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Tuyệt đối không dùng vTaskDelay() chặn luồng.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Dùng esp_timer_start_once() tự động ngắt GPIO/RS485 về LOW sau đúng 400ms.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Hàng đợi tuần tự: Không kích 2 khóa cùng lúc tránh sụt áp.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3319272" y="1152144"/>
            <a:ext cx="2596896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LỌC NHIỄU CÔNG TẮC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Khi đóng sập cửa sắt, tiếp điểm cơ khí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nảy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tục.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Lấy mẫu mỗi 5ms: Chỉ khi 10 mẫu liên tiếp (50ms) giữ nguyên mức logic mới xác nhận trạng thái.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Mắc công tắc kiểu Thường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nằm kín trong bụng ổ khóa.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6199632" y="1152144"/>
            <a:ext cx="2505456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BẮT LỖI CẠY CỬA TỨC THÌ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Giám sát liên tục 24/7: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Nếu (door_state == OPENED) </a:t>
            </a:r>
            <a:r>
              <a:rPr lang="vi-VN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 không có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lệnh UNLOCK hợp lệ: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vi-VN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Bật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còi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Buzzer tại tủ.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Bắn gói MQTT khẩn cấp: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SecurityAlarmEvent {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event: 'FORCED_ENTRY_DETECTED',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cabinet_id, box_id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06 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Ma trận Bảo mật 5 Lớp (Từ Silicon Phần cứng đến Cloud Backend)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Lớp Bảo Vệ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Kịch Bản Tấn Công Thực Tế (Threat)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Cơ Chế Khóa Chặt Trong Dự Án (Countermeasure)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Silicon ESP32-S3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Cắm cáp USB chạy esptool.py hút trộm file .bin trong Flash để lấy khóa bí mật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Đốt khóa dẫn xuất riêng từng tủ vào EFUSE_BLOCK_KEY4 + Bật cờ read_protect &amp; Flash Encryption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Vật lý &amp; Điện tử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Chích súng điện 15kV vào vỏ sắt/dây công tắc; dùng nam châm lừa cảm biến cửa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Nhốt mạch trong Hộp sắt Faraday, cách ly GND mạch khỏi vỏ tủ, đệm Opto PC817 + TVS Diode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Mạng MQTT Broker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Chiếm 1 mạch ESP32 bắn lệnh UNLOCK mở bung toàn bộ các tủ khác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Bật MQTTS (TLS 8883) + Bảng phân quyền ACL: Cấm tuyệt đối mọi mạch ESP32发 lệnh vào topic /cmd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Mã QR Động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Chụp ảnh mã QR mang về nhà mở tủ từ xa hoặc quét lại trong 60 giây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Chữ ký HMAC-SHA256 64-bit + Nonce dùng 1 lần trên Redis + Lệnh FORCE_ROTATE_NONCE đổi QR ngay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API &amp; Thanh toán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Sửa gói tin giả mạo SĐT người khác; bắn Postman giả mạo Webhook nạp cọc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Xác thực Zalo Token trực tiếp qua Zalo Graph API + Kiểm tra chữ ký HMAC Webhook VietQR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07 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Tự Phục Hồi Khi Lỗi Cơ Khí &amp; Vận Hành Offline Khi Mất Mạng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38912" y="1243584"/>
            <a:ext cx="3877056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1: KẸT CHỐT KHÓA CƠ KHÍ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Hiện tượng: Đã kích xung 400ms nhưng kiện hàng bên trong chèn chặt làm cánh cửa không bung ra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Xử lý tự động: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ESP32-S3 thử kích lại lần 2 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Nếu vẫn kẹt: Trả về LockerAck { status: 'TIMEOUT' }.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Backend tự động khóa ngăn đó sang ERROR_JAMMED, đồng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ngay ngăn trống bên cạnh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 Shipper (hoặc hoàn cọc 100% cho khách thuê).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DCFCE7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4828032" y="1243584"/>
            <a:ext cx="3877056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2: </a:t>
            </a:r>
            <a:r>
              <a:rPr lang="vi-VN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MẤT MẠNG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WI-FI TOÀN TÒA NHÀ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Lớp dự phòng 1 (Mạng): Tự động chuyển sang kết nối 4G LTE (Module SIM ) khi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mất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vi-VN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mạng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Wi-Fi quá 10 giây.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Lớp dự phòng 2 (Offline): Trong gói lệnh gửi hàng luôn kèm backup_pin lưu vào bộ nhớ NVS </a:t>
            </a:r>
            <a:r>
              <a:rPr lang="en-US" sz="9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của</a:t>
            </a: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ESP32-S3.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Cư dân chỉ cần bấm mã PIN 6 số trên bàn phím ma trận 4x4 của tủ để mở khóa lấy hàng ngay cả khi mất mạng hoàn toàn!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1814</Words>
  <Application>Microsoft Office PowerPoint</Application>
  <PresentationFormat>Trình chiếu Trên màn hình (16:9)</PresentationFormat>
  <Paragraphs>127</Paragraphs>
  <Slides>8</Slides>
  <Notes>8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Kiến trúc Thuật toán &amp; Bảo mật Hệ thống Smart Locker</dc:title>
  <dc:subject>PptxGenJS Presentation</dc:subject>
  <dc:creator>Khuất Minh Chân - Smart Locker Architect</dc:creator>
  <cp:lastModifiedBy>Chân Khuất</cp:lastModifiedBy>
  <cp:revision>2</cp:revision>
  <dcterms:created xsi:type="dcterms:W3CDTF">2026-10-26T09:25:00Z</dcterms:created>
  <dcterms:modified xsi:type="dcterms:W3CDTF">2026-10-26T10:32:58Z</dcterms:modified>
</cp:coreProperties>
</file>